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Fraunces Extra Bold" panose="020B0604020202020204" charset="0"/>
      <p:regular r:id="rId18"/>
    </p:embeddedFont>
    <p:embeddedFont>
      <p:font typeface="Nobile" panose="020B0604020202020204" charset="0"/>
      <p:regular r:id="rId1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78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88062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RE:LIFE : Un Projet NSI pour l'Environnement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2138720"/>
            <a:ext cx="7556421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Découvrez </a:t>
            </a: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RE:LIFE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un jeu en pixel art 2D qui plonge le joueur dans un univers post-apocalyptique inspiré de Wall-E. Incarnez un petit robot nettoyeur et redonnez vie à une planète ravagée par la pollution.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93790" y="3468052"/>
            <a:ext cx="7556421" cy="1667589"/>
          </a:xfrm>
          <a:prstGeom prst="roundRect">
            <a:avLst>
              <a:gd name="adj" fmla="val 6580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93790" y="3445193"/>
            <a:ext cx="7556421" cy="91440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2797" y="3178850"/>
            <a:ext cx="578406" cy="578406"/>
          </a:xfrm>
          <a:prstGeom prst="roundRect">
            <a:avLst>
              <a:gd name="adj" fmla="val 158090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23019" y="3287740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412" y="395001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Concept Clé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09412" y="4349472"/>
            <a:ext cx="712517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Jeu 2D en pixel art où un robot nettoie une planète polluée pour abaisser un indice de pollution et restaurer l'environnement.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93790" y="5588675"/>
            <a:ext cx="7556421" cy="1952863"/>
          </a:xfrm>
          <a:prstGeom prst="roundRect">
            <a:avLst>
              <a:gd name="adj" fmla="val 5619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793790" y="5565815"/>
            <a:ext cx="7556421" cy="91440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282797" y="5299472"/>
            <a:ext cx="578406" cy="578406"/>
          </a:xfrm>
          <a:prstGeom prst="roundRect">
            <a:avLst>
              <a:gd name="adj" fmla="val 158090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502471" y="5421213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9412" y="607064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État Actuel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009412" y="6470094"/>
            <a:ext cx="712517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Menu fonctionnel, introduction animée, dialogues interactifs, déplacement du robot et système d'inventaire déjà implémentés. Le jeu est en cours de développement.</a:t>
            </a:r>
            <a:endParaRPr lang="en-US" sz="1500" dirty="0"/>
          </a:p>
        </p:txBody>
      </p:sp>
      <p:pic>
        <p:nvPicPr>
          <p:cNvPr id="18" name="Image 17" descr="Une image contenant clipart, dessin humoristique, pixel&#10;&#10;Le contenu généré par l’IA peut être incorrect.">
            <a:extLst>
              <a:ext uri="{FF2B5EF4-FFF2-40B4-BE49-F238E27FC236}">
                <a16:creationId xmlns:a16="http://schemas.microsoft.com/office/drawing/2014/main" id="{1F76AC7E-9605-A74F-8A82-80DB3BE11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729" y="771203"/>
            <a:ext cx="4534977" cy="66588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3DAB86A-3200-6F18-91F9-BB7993D0A7A0}"/>
              </a:ext>
            </a:extLst>
          </p:cNvPr>
          <p:cNvSpPr/>
          <p:nvPr/>
        </p:nvSpPr>
        <p:spPr>
          <a:xfrm>
            <a:off x="12731798" y="7754949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2702"/>
            <a:ext cx="454878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Architecture du Projet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81125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L'organisation du code est cruciale pour un projet d'une telle envergure. RE:LIFE s'appuie sur une architecture modulaire, facilitant la collaboration et l'évolution.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22132"/>
            <a:ext cx="162722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2138124"/>
            <a:ext cx="162722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389" y="2795111"/>
            <a:ext cx="453628" cy="45362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9" y="5089588"/>
            <a:ext cx="441007" cy="441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15828" y="1833205"/>
            <a:ext cx="3175516" cy="40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interface_accueil.py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2815828" y="2282071"/>
            <a:ext cx="3175516" cy="40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2815828" y="2730937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assets</a:t>
            </a:r>
            <a:endParaRPr lang="en-US" sz="2500" dirty="0"/>
          </a:p>
        </p:txBody>
      </p:sp>
      <p:sp>
        <p:nvSpPr>
          <p:cNvPr id="17" name="Text 13"/>
          <p:cNvSpPr/>
          <p:nvPr/>
        </p:nvSpPr>
        <p:spPr>
          <a:xfrm>
            <a:off x="2815828" y="317218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sounds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2815828" y="346460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earth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2815828" y="375701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humanoid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2815828" y="404943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police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2815828" y="434185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tiles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2815828" y="463427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images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2815828" y="5037557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classes</a:t>
            </a:r>
            <a:endParaRPr lang="en-US" sz="2500" dirty="0"/>
          </a:p>
        </p:txBody>
      </p:sp>
      <p:sp>
        <p:nvSpPr>
          <p:cNvPr id="24" name="Text 20"/>
          <p:cNvSpPr/>
          <p:nvPr/>
        </p:nvSpPr>
        <p:spPr>
          <a:xfrm>
            <a:off x="2815828" y="5478803"/>
            <a:ext cx="2027515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</a:t>
            </a:r>
            <a:r>
              <a:rPr lang="en-US" sz="155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classe_dialogue.py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2815828" y="5778840"/>
            <a:ext cx="198465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</a:t>
            </a:r>
            <a:r>
              <a:rPr lang="en-US" sz="155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classe_humain.py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2815828" y="6078878"/>
            <a:ext cx="198465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</a:t>
            </a:r>
            <a:r>
              <a:rPr lang="en-US" sz="155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classe_objets.py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2815828" y="6378915"/>
            <a:ext cx="198465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</a:t>
            </a:r>
            <a:r>
              <a:rPr lang="en-US" sz="155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classe_tilr.py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2815828" y="6664248"/>
            <a:ext cx="198465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</a:t>
            </a:r>
            <a:r>
              <a:rPr lang="en-US" sz="1550" b="1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def.py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2815828" y="6686237"/>
            <a:ext cx="532054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2815828" y="7002229"/>
            <a:ext cx="532054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8531185" y="2904292"/>
            <a:ext cx="308586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Organisation des Fichiers</a:t>
            </a:r>
            <a:endParaRPr lang="en-US" sz="1850" dirty="0"/>
          </a:p>
        </p:txBody>
      </p:sp>
      <p:sp>
        <p:nvSpPr>
          <p:cNvPr id="32" name="Text 28"/>
          <p:cNvSpPr/>
          <p:nvPr/>
        </p:nvSpPr>
        <p:spPr>
          <a:xfrm>
            <a:off x="8531185" y="3313033"/>
            <a:ext cx="5320546" cy="151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→ Le cœur de l'application, gérant la logique principale.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menu.py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Gère l'interface et les fonctionnalités du menu principal.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classes/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Contient toutes les définitions de classes (</a:t>
            </a: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dialogue.py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humain.py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objets.py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tile.py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assets/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Regroupe toutes les ressources du jeu (images, sons, tuiles, sprites).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8531185" y="4935699"/>
            <a:ext cx="246638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Avantages de la POO</a:t>
            </a:r>
            <a:endParaRPr lang="en-US" sz="1850" dirty="0"/>
          </a:p>
        </p:txBody>
      </p:sp>
      <p:sp>
        <p:nvSpPr>
          <p:cNvPr id="34" name="Text 30"/>
          <p:cNvSpPr/>
          <p:nvPr/>
        </p:nvSpPr>
        <p:spPr>
          <a:xfrm>
            <a:off x="8531185" y="5344441"/>
            <a:ext cx="5320546" cy="86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Code plus lisible et structuré.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Composants réutilisables, réduisant la duplication.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Facilite les modifications et l'ajout de nouvelles fonctionnalités.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Respect des principes de la Programmation Orientée Objet.</a:t>
            </a:r>
            <a:endParaRPr lang="en-US" sz="12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6AED0C-1B9D-39C2-2C7F-62966A743AAA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497"/>
            <a:ext cx="911971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 Système d’États : Une Orchestration Fluide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22333"/>
            <a:ext cx="2734508" cy="4101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98971" y="1497330"/>
            <a:ext cx="874514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 cœur de </a:t>
            </a: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main.py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une machine à états garantit une transition logique et organisée entre les différentes séquences du jeu, évitant tout code spaghetti.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079324" y="2569777"/>
            <a:ext cx="874514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 mécanisme est fondamental pour gérer la complexité d'un jeu vidéo, en séparant clairement les responsabilités et les comportements de chaque phase.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874067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3790" y="6215062"/>
            <a:ext cx="4273510" cy="1280041"/>
          </a:xfrm>
          <a:prstGeom prst="roundRect">
            <a:avLst>
              <a:gd name="adj" fmla="val 1116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952500" y="6373773"/>
            <a:ext cx="246495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Organisation des Phases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52500" y="6688455"/>
            <a:ext cx="395609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Chaque état correspond à un moment précis du jeu (intro, dialogue, gameplay).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78385" y="6215062"/>
            <a:ext cx="4273510" cy="1280041"/>
          </a:xfrm>
          <a:prstGeom prst="roundRect">
            <a:avLst>
              <a:gd name="adj" fmla="val 1116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337096" y="63737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Clarté du Code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337096" y="6688455"/>
            <a:ext cx="395609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Évite les conditions imbriquées et un code illisible.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562981" y="6215062"/>
            <a:ext cx="4273510" cy="1280041"/>
          </a:xfrm>
          <a:prstGeom prst="roundRect">
            <a:avLst>
              <a:gd name="adj" fmla="val 1116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9721691" y="63737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Transitions Douces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721691" y="6688455"/>
            <a:ext cx="395609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Gère les passages fluides d'une phase à l'autre, comme l'enchaînement de l'introduction vers le dialogue, puis vers le jeu actif.</a:t>
            </a:r>
            <a:endParaRPr lang="en-US" sz="12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A1824-896F-86B5-5865-5A986E9D5C62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6068"/>
            <a:ext cx="590859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 Joueur : La Classe Humanoid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578412"/>
            <a:ext cx="1304282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robot, personnage central de notre aventure, est modélisé par la classe </a:t>
            </a: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Humanoid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dans </a:t>
            </a: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classe_humain.py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Cette classe englobe toutes les caractéristiques et actions de notre héros mécanique.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401" y="3603665"/>
            <a:ext cx="5428655" cy="21714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12856" y="2170986"/>
            <a:ext cx="222587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Attributs Essentiels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512856" y="2543056"/>
            <a:ext cx="4331256" cy="11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Position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Coordonnées du robot sur la carte.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Vitesse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Détermine la rapidité de ses déplacements.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Points de Vie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Sa résistance aux dangers.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Hotbar et Inventaire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Gestion des objets ramassés.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Portée de Ramassage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Distance à laquelle il peut interagir avec les déchets.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512856" y="3806494"/>
            <a:ext cx="2274094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Fonctionnalités Clés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512856" y="4178564"/>
            <a:ext cx="4331256" cy="1362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Déplacement intuitif avec les touches ZQSD.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 des collisions avec les limites de la carte.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Mécanique de ramassage d'objets pour nettoyer la planète.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Sélection rapide des objets de la hotbar (touches 1-5).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Affichage dynamique de la hotbar pour une expérience utilisateur optimale.</a:t>
            </a:r>
            <a:endParaRPr lang="en-US" sz="11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1B27D-7529-456D-859E-AD0CED6D47BE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545"/>
            <a:ext cx="760976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 Carte du Jeu : Un Monde en Matrice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649968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monde de RE:LIFE est une grille dynamique, représentée par une matrice NumPy. Cette structure permet une gestion efficace et flexible de l'environnement du jeu.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39540"/>
            <a:ext cx="250162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Structure de la Carte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448282"/>
            <a:ext cx="4313277" cy="172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carte est stockée comme une matrice (</a:t>
            </a: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Actual_map = D.creation_map_rectangle(20,20,0)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Chaque élément de la matrice correspond à une </a:t>
            </a: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Tile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du jeu.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Les tuiles ont une taille fixe (64x64 pixels) pour une cohérence visuelle.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carte est générée aléatoirement, offrant une rejouabilité accrue.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4460482"/>
            <a:ext cx="281297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Pourquoi une Matrice ?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4869224"/>
            <a:ext cx="4313277" cy="2159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Parcourir la carte est simple et rapide, essentiel pour les interactions du jeu.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C'est une représentation logique et naturelle pour un environnement 2D.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Permet d'intégrer facilement :</a:t>
            </a:r>
            <a:endParaRPr lang="en-US" sz="12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L'indice de pollution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Chaque zone peut avoir un niveau de pollution.</a:t>
            </a:r>
            <a:endParaRPr lang="en-US" sz="12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Obstacles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Définition des zones infranchissables.</a:t>
            </a:r>
            <a:endParaRPr lang="en-US" sz="1250" dirty="0"/>
          </a:p>
          <a:p>
            <a:pPr marL="685800" lvl="1" indent="-342900" algn="l">
              <a:lnSpc>
                <a:spcPts val="1700"/>
              </a:lnSpc>
              <a:buSzPct val="100000"/>
              <a:buChar char="◦"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Objets placés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Disposition des déchets et autres éléments interactifs.</a:t>
            </a:r>
            <a:endParaRPr lang="en-US" sz="12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5DAAF-83E7-1F87-C111-1D0A3B6EE729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Une image contenant capture d’écran, Compositing numérique, Modélisation 3D, Logiciel de jeu vidéo&#10;&#10;Le contenu généré par l’IA peut être incorrect.">
            <a:extLst>
              <a:ext uri="{FF2B5EF4-FFF2-40B4-BE49-F238E27FC236}">
                <a16:creationId xmlns:a16="http://schemas.microsoft.com/office/drawing/2014/main" id="{467AD87E-324B-D3A3-C576-08466E35B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510" y="2950516"/>
            <a:ext cx="6158221" cy="3792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0619"/>
            <a:ext cx="91994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Les Tiles : Les Briques du Monde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30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classe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Tile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est la fondation visuelle de notre univers. Chaque tuile est un bloc de construction qui, assemblé, donne vie à la planète désolée de RE:LIFE.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927271" y="32839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Image et Rotation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2927271" y="3845362"/>
            <a:ext cx="424612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Chaque Tile est associée à une image et peut être pivotée pour créer de la variété visuelle et s'adapter à la génération de la carte.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590484" y="3283982"/>
            <a:ext cx="4246126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Affichage et Interactivité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9590484" y="4270653"/>
            <a:ext cx="4246126" cy="1837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méthode </a:t>
            </a:r>
            <a:r>
              <a:rPr lang="en-US" sz="1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blit_self()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gère l'affichage des tuiles, permettant la construction du décor et l'intégration d'éléments interactifs comme des zones à nettoyer ou des obstacles.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63631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Les tiles sont la base de la composition visuelle et fonctionnelle de la carte, permettant de créer un environnement riche et cohérent.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F21D39-19AC-E864-B8A5-D0F0759CD2F2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invertébré, obscurité, vert, ver&#10;&#10;Le contenu généré par l’IA peut être incorrect.">
            <a:extLst>
              <a:ext uri="{FF2B5EF4-FFF2-40B4-BE49-F238E27FC236}">
                <a16:creationId xmlns:a16="http://schemas.microsoft.com/office/drawing/2014/main" id="{9D767A9F-9304-C885-0712-39D21EC4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01" t="35793" r="30821" b="49760"/>
          <a:stretch>
            <a:fillRect/>
          </a:stretch>
        </p:blipFill>
        <p:spPr>
          <a:xfrm>
            <a:off x="7846387" y="3398998"/>
            <a:ext cx="1472813" cy="1188941"/>
          </a:xfrm>
          <a:prstGeom prst="rect">
            <a:avLst/>
          </a:prstGeom>
        </p:spPr>
      </p:pic>
      <p:pic>
        <p:nvPicPr>
          <p:cNvPr id="12" name="Image 11" descr="Une image contenant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3952ECE-40C9-1E4D-331F-6274E900F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7" y="3028831"/>
            <a:ext cx="2444221" cy="24442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5078"/>
            <a:ext cx="8427006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Les Objets : L'Héritage pour la Diversité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2361" y="1409819"/>
            <a:ext cx="13045678" cy="47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Dans RE:LIFE, la manipulation des objets est au cœur du gameplay. Pour gérer la variété d'objets, nous utilisons le concept d'héritage en POO, à travers la classe </a:t>
            </a: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2361" y="2154674"/>
            <a:ext cx="2662952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Typologie des Objets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2361" y="2599968"/>
            <a:ext cx="4296728" cy="142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Consumable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Objets à usage unique (ex: batteries pour le robot).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Tool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Outils aidant le robot dans sa tâche (ex: pince de ramassage améliorée).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Plant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Éléments interactifs liés à la restauration de l'environnement.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2361" y="4152251"/>
            <a:ext cx="3422690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L'Importance de l'Héritage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7036" y="4613499"/>
            <a:ext cx="4042053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Plant(OBJET):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361" y="4613499"/>
            <a:ext cx="22860" cy="252651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92361" y="5009144"/>
            <a:ext cx="4296728" cy="237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Réduction de la Duplication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Les propriétés communes sont gérées par la classe </a:t>
            </a: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évitant de réécrire le même code.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Comportements Spécifiques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Chaque sous-classe (Plant, Consumable, Tool) peut implémenter des comportements uniques adaptés à son type, tout en partageant une base commune.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Extensibilité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Facilite l'ajout de nouveaux types d'objets sans modifier l'architecture existante.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CFDC72-EA99-FDA8-4D97-7D77878B28E6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7" name="Image 26" descr="Une image contenant vert, capture d’écran, pixel, conception&#10;&#10;Le contenu généré par l’IA peut être incorrect.">
            <a:extLst>
              <a:ext uri="{FF2B5EF4-FFF2-40B4-BE49-F238E27FC236}">
                <a16:creationId xmlns:a16="http://schemas.microsoft.com/office/drawing/2014/main" id="{2BB2B65B-E25F-5BC2-95C1-9B8852876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115" b="32547"/>
          <a:stretch>
            <a:fillRect/>
          </a:stretch>
        </p:blipFill>
        <p:spPr>
          <a:xfrm>
            <a:off x="6830614" y="3336230"/>
            <a:ext cx="5917272" cy="2268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1055"/>
            <a:ext cx="860917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 Système de Dialogue : Récit Immersif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07820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classe </a:t>
            </a: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Dialogue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donne vie au scénario de RE:LIFE, offrant une narration engageante et des interactions clés avec le joueur.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548932" y="2116931"/>
            <a:ext cx="262306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Fonctionnalités Clés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548932" y="2563297"/>
            <a:ext cx="4295180" cy="214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Affichage Progressif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Le texte apparaît lettre par lettre, comme une machine à écrire, pour créer un effet dramatique et immersif.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Son Synchronisé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Des effets sonores accompagnent l'apparition du texte, renforçant l'immersion.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Passage au Message Suivant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Une mécanique simple permet au joueur de progresser dans le dialogue à son rythme.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548932" y="4834335"/>
            <a:ext cx="367236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Défis Informatiques Relevés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548932" y="5280701"/>
            <a:ext cx="4295180" cy="190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 du Temps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Contrôle précis du délai entre chaque caractère pour l'effet "machine à écrire".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Gestion des Événements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Interception des entrées du joueur pour avancer dans le dialogue.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Interface Utilisateur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: Conception d'une interface claire et intégrée pour afficher le dialogue.</a:t>
            </a:r>
            <a:endParaRPr lang="en-US" sz="13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2746A-BA00-F626-8279-06D658ABB1C6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capture d’écran, noir, conception&#10;&#10;Le contenu généré par l’IA peut être incorrect.">
            <a:extLst>
              <a:ext uri="{FF2B5EF4-FFF2-40B4-BE49-F238E27FC236}">
                <a16:creationId xmlns:a16="http://schemas.microsoft.com/office/drawing/2014/main" id="{30D94931-E97E-D281-8F75-B07739D5E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645" y="2967909"/>
            <a:ext cx="6624643" cy="37328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211"/>
            <a:ext cx="114911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 Menu Principal : Votre Porte d'Entrée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976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menu principal est la première interaction du joueur avec RE:LIFE. Conçu pour être intuitif et fonctionnel, il intègre une classe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Button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pour gérer les interactions.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78574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7720" y="2878574"/>
            <a:ext cx="3615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Gestion du Hover et Click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7720" y="3368993"/>
            <a:ext cx="54156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Les boutons réagissent visuellement au survol de la souris et déclenchent des actions précises au clic.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878574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20814" y="2878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Icônes Intuitives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420814" y="3368993"/>
            <a:ext cx="541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 icônes claires et reconnaissables guident le joueur vers les différentes options.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11328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57720" y="4911328"/>
            <a:ext cx="4385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Sous-menus Complémentaires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757720" y="5401747"/>
            <a:ext cx="54156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Accès à des réglages détaillés, à la gestion de la musique et à d'autres options via des sous-menus dédiés.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11328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20814" y="4911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Lancement du Jeu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420814" y="5401747"/>
            <a:ext cx="5415796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jeu est lancé de manière propre via </a:t>
            </a:r>
            <a:r>
              <a:rPr lang="en-US" sz="1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garantissant une transition fluide du menu au gameplay.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7684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 menu illustre une approche structurée pour la création d'interfaces utilisateur, essentielle pour toute application logicielle.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6F4173-85E8-E070-1995-799F364B8520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922" y="793433"/>
            <a:ext cx="4222671" cy="412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Difficultés Rencontrées : 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0922" y="1359694"/>
            <a:ext cx="13208556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développement de RE:LIFE a été parsemé de défis techniques et organisationnels, qui ont enrichi notre compréhension du développement de jeux et de la programmation NSI. Voici les principaux obstacles que nous avons dû surmonter 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10922" y="1780222"/>
            <a:ext cx="13208556" cy="880705"/>
          </a:xfrm>
          <a:prstGeom prst="roundRect">
            <a:avLst>
              <a:gd name="adj" fmla="val 1349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26162" y="1795463"/>
            <a:ext cx="528042" cy="850225"/>
          </a:xfrm>
          <a:prstGeom prst="roundRect">
            <a:avLst>
              <a:gd name="adj" fmla="val 1904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1183" y="2096810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31000" y="1927384"/>
            <a:ext cx="1824752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Gestion des Collisions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31000" y="2179677"/>
            <a:ext cx="12441317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Implémenter une détection de collision fiable et performante pour des objets de tailles variées, tout en assurant une fluidité de mouvement du robot, a exigé une attention particulière aux algorithmes spatiaux.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0922" y="2737723"/>
            <a:ext cx="13208556" cy="792123"/>
          </a:xfrm>
          <a:prstGeom prst="roundRect">
            <a:avLst>
              <a:gd name="adj" fmla="val 15002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26162" y="2752963"/>
            <a:ext cx="528042" cy="761643"/>
          </a:xfrm>
          <a:prstGeom prst="roundRect">
            <a:avLst>
              <a:gd name="adj" fmla="val 1904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91183" y="3010019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31000" y="2884884"/>
            <a:ext cx="340090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Synchronisation Animations + Dialogues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31000" y="3137178"/>
            <a:ext cx="12441317" cy="16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Assurer que les animations graphiques du robot et l'apparition progressive du texte des dialogues soient parfaitement synchronisées a été un défi pour maintenir l'immersion du joueur.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0922" y="3606641"/>
            <a:ext cx="13208556" cy="880705"/>
          </a:xfrm>
          <a:prstGeom prst="roundRect">
            <a:avLst>
              <a:gd name="adj" fmla="val 1349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26162" y="3621881"/>
            <a:ext cx="528042" cy="850225"/>
          </a:xfrm>
          <a:prstGeom prst="roundRect">
            <a:avLst>
              <a:gd name="adj" fmla="val 1904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91183" y="3923228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31000" y="3753802"/>
            <a:ext cx="1805464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Organisation du Code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31000" y="4006096"/>
            <a:ext cx="12441317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Avec un projet grandissant, maintenir une structure de code modulaire, lisible et facilement maintenable, conforme aux bonnes pratiques de programmation orientée objet, a demandé un effort constant.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0922" y="4564142"/>
            <a:ext cx="13208556" cy="792123"/>
          </a:xfrm>
          <a:prstGeom prst="roundRect">
            <a:avLst>
              <a:gd name="adj" fmla="val 15002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26162" y="4579382"/>
            <a:ext cx="528042" cy="761643"/>
          </a:xfrm>
          <a:prstGeom prst="roundRect">
            <a:avLst>
              <a:gd name="adj" fmla="val 1904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91183" y="4836438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31000" y="4711303"/>
            <a:ext cx="1650325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Gestion des États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31000" y="4963597"/>
            <a:ext cx="12441317" cy="16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complexité de gérer les différents états du jeu (menu, dialogue, gameplay, inventaire) et les transitions fluides entre eux a nécessité une architecture robuste pour éviter les bugs.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0922" y="5433060"/>
            <a:ext cx="13208556" cy="880705"/>
          </a:xfrm>
          <a:prstGeom prst="roundRect">
            <a:avLst>
              <a:gd name="adj" fmla="val 1349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26162" y="5448300"/>
            <a:ext cx="528042" cy="850225"/>
          </a:xfrm>
          <a:prstGeom prst="roundRect">
            <a:avLst>
              <a:gd name="adj" fmla="val 1904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91183" y="5749647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331000" y="5580221"/>
            <a:ext cx="1650325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Problèmes de FPS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31000" y="5832515"/>
            <a:ext cx="12441317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Optimiser les performances pour garantir un taux de rafraîchissement (FPS) stable, même sur des machines modestes, a impliqué des choix techniques délicats en matière de rendu et de gestion des ressources.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0922" y="6390561"/>
            <a:ext cx="13208556" cy="792123"/>
          </a:xfrm>
          <a:prstGeom prst="roundRect">
            <a:avLst>
              <a:gd name="adj" fmla="val 15002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26162" y="6405801"/>
            <a:ext cx="528042" cy="761643"/>
          </a:xfrm>
          <a:prstGeom prst="roundRect">
            <a:avLst>
              <a:gd name="adj" fmla="val 1904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91183" y="6662857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6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331000" y="6537722"/>
            <a:ext cx="2453997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Gestion des Chemins d’Assets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31000" y="6790015"/>
            <a:ext cx="12441317" cy="16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Assurer que le jeu puisse trouver et charger correctement toutes ses ressources (images, sons) quel que soit l'environnement d'exécution a posé des problèmes de compatibilité des chemins d'accès.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0922" y="7269123"/>
            <a:ext cx="13208556" cy="16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Chacune de ces difficultés a été une opportunité d'apprentissage, nous poussant à explorer des solutions créatives et à approfondir nos compétences techniques.</a:t>
            </a:r>
            <a:endParaRPr lang="en-US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CF1D8D-D36C-BC99-2D4C-C7ED04632967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3078"/>
            <a:ext cx="130428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Améliorations futures : Vers un RE:LIFE encore plus immersif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2131457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Pour enrichir l'expérience de jeu et approfondir les mécaniques de RE:LIFE, nous avons identifié plusieurs axes d'amélioration qui transformeront l'aventure du joueur.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2489"/>
            <a:ext cx="170021" cy="170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3017401"/>
            <a:ext cx="645759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93790" y="3148132"/>
            <a:ext cx="27793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Indice de Pollution Global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3790" y="3490317"/>
            <a:ext cx="64575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Intégrer un système dynamique reflétant l'impact des actions du joueur sur l'environnement.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242911"/>
            <a:ext cx="170021" cy="17002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3790" y="4487823"/>
            <a:ext cx="645759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9"/>
          <p:cNvSpPr/>
          <p:nvPr/>
        </p:nvSpPr>
        <p:spPr>
          <a:xfrm>
            <a:off x="793790" y="4618553"/>
            <a:ext cx="225778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Extension de la Carte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93790" y="4960739"/>
            <a:ext cx="64575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Développer une carte plus vaste et plus variée, offrant davantage de zones à explorer et de secrets à découvrir.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78898" y="2772489"/>
            <a:ext cx="170021" cy="170021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78898" y="3017401"/>
            <a:ext cx="6457712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7378898" y="3148131"/>
            <a:ext cx="251126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Système de Sauvegarde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7378898" y="3490317"/>
            <a:ext cx="645771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Permettre aux joueurs de sauvegarder leur progression à tout moment, améliorant l'accessibilité et la flexibilité.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595378"/>
            <a:ext cx="170021" cy="170021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93790" y="5840290"/>
            <a:ext cx="645759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5"/>
          <p:cNvSpPr/>
          <p:nvPr/>
        </p:nvSpPr>
        <p:spPr>
          <a:xfrm>
            <a:off x="793790" y="5971020"/>
            <a:ext cx="299525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Sons d'Ambiance Immersifs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793790" y="6313206"/>
            <a:ext cx="64575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Implémenter des pistes sonores pour renforcer l'atmosphère et l'immersion dans l'univers désolé de RE:LIFE.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78898" y="4242911"/>
            <a:ext cx="170021" cy="170021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78898" y="4487823"/>
            <a:ext cx="6457712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8"/>
          <p:cNvSpPr/>
          <p:nvPr/>
        </p:nvSpPr>
        <p:spPr>
          <a:xfrm>
            <a:off x="7378898" y="461855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Système de Quêtes</a:t>
            </a:r>
            <a:endParaRPr lang="en-US" sz="1650" dirty="0"/>
          </a:p>
        </p:txBody>
      </p:sp>
      <p:sp>
        <p:nvSpPr>
          <p:cNvPr id="27" name="Text 19"/>
          <p:cNvSpPr/>
          <p:nvPr/>
        </p:nvSpPr>
        <p:spPr>
          <a:xfrm>
            <a:off x="7378898" y="4960739"/>
            <a:ext cx="645771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Mettre en place un mécanisme de quêtes pour guider le joueur et lui offrir des objectifs clairs et gratifiants.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93790" y="7178397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Ces ajouts permettront d'offrir une profondeur stratégique et une immersion narrative accrues, rendant RE:LIFE encore plus captivant.</a:t>
            </a:r>
            <a:endParaRPr lang="en-US" sz="13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518B64-0C37-09CC-1956-AF2AC8FD2A8E}"/>
              </a:ext>
            </a:extLst>
          </p:cNvPr>
          <p:cNvSpPr/>
          <p:nvPr/>
        </p:nvSpPr>
        <p:spPr>
          <a:xfrm>
            <a:off x="12682937" y="7699108"/>
            <a:ext cx="1898602" cy="474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89904531-10B5-0EB3-56C9-3098DCDB15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9838" y="5541264"/>
            <a:ext cx="196503" cy="299026"/>
          </a:xfrm>
          <a:prstGeom prst="rect">
            <a:avLst/>
          </a:prstGeom>
        </p:spPr>
      </p:pic>
      <p:sp>
        <p:nvSpPr>
          <p:cNvPr id="33" name="Shape 17">
            <a:extLst>
              <a:ext uri="{FF2B5EF4-FFF2-40B4-BE49-F238E27FC236}">
                <a16:creationId xmlns:a16="http://schemas.microsoft.com/office/drawing/2014/main" id="{3FE1975A-0569-0867-B1F9-12377EF5F146}"/>
              </a:ext>
            </a:extLst>
          </p:cNvPr>
          <p:cNvSpPr/>
          <p:nvPr/>
        </p:nvSpPr>
        <p:spPr>
          <a:xfrm>
            <a:off x="7378899" y="5851720"/>
            <a:ext cx="6457712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62CEC54C-8D9A-57A9-5186-4D54CF5AE848}"/>
              </a:ext>
            </a:extLst>
          </p:cNvPr>
          <p:cNvSpPr/>
          <p:nvPr/>
        </p:nvSpPr>
        <p:spPr>
          <a:xfrm>
            <a:off x="7403783" y="5971020"/>
            <a:ext cx="27793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</a:rPr>
              <a:t>Un jeu </a:t>
            </a:r>
            <a:r>
              <a:rPr lang="en-US" sz="1650" b="1" dirty="0" err="1">
                <a:solidFill>
                  <a:srgbClr val="405449"/>
                </a:solidFill>
                <a:latin typeface="Fraunces Extra Bold" pitchFamily="34" charset="0"/>
              </a:rPr>
              <a:t>évolutif</a:t>
            </a:r>
            <a:endParaRPr lang="en-US" sz="165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E307EA39-824B-17E5-5CCC-59E92B2C5FE7}"/>
              </a:ext>
            </a:extLst>
          </p:cNvPr>
          <p:cNvSpPr/>
          <p:nvPr/>
        </p:nvSpPr>
        <p:spPr>
          <a:xfrm>
            <a:off x="7403783" y="6313205"/>
            <a:ext cx="64575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Intégrer un </a:t>
            </a:r>
            <a:r>
              <a:rPr lang="en-US" sz="13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système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competence qui impact des actions du </a:t>
            </a:r>
            <a:r>
              <a:rPr lang="en-US" sz="13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joueur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et son </a:t>
            </a:r>
            <a:r>
              <a:rPr lang="en-US" sz="13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comportement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sur l'environnement.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1763</Words>
  <Application>Microsoft Office PowerPoint</Application>
  <PresentationFormat>Personnalisé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Fraunces Extra Bold</vt:lpstr>
      <vt:lpstr>Arial</vt:lpstr>
      <vt:lpstr>Consolas</vt:lpstr>
      <vt:lpstr>Nobile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bonniere</cp:lastModifiedBy>
  <cp:revision>3</cp:revision>
  <dcterms:created xsi:type="dcterms:W3CDTF">2026-02-11T18:34:39Z</dcterms:created>
  <dcterms:modified xsi:type="dcterms:W3CDTF">2026-02-12T07:15:36Z</dcterms:modified>
</cp:coreProperties>
</file>